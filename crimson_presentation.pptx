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280160"/>
            <a:ext cx="4572000" cy="42519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8348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45720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91440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737360"/>
            <a:ext cx="44348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2148840"/>
            <a:ext cx="58978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