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7009726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solidFill>
            <a:srgbClr val="00000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41148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754880"/>
            <a:ext cx="41148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A51919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04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4AFAA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3478913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Name :  Crimson (Knolastname)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Species :  Imp Demon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Ring :  Greed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Role :  Mafia Boss / Crime Lord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Family :  Moxxie (Son)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VA :  Richard Steven Horvitz</a:t>
            </a:r>
          </a:p>
          <a:p>
            <a:pPr algn="l">
              <a:spcAft>
                <a:spcPts val="176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Debut :  "Exes and Oohs" (S2E6)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6692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AFAA"/>
                </a:solidFill>
                <a:latin typeface="Arial"/>
              </a:defRPr>
            </a:pPr>
            <a:r>
              <a:t>Greed Ring of Hellを支配するマフィアの頂点に立つインプ。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4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APPEARANCE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5029200"/>
          </a:xfrm>
          <a:prstGeom prst="rect">
            <a:avLst/>
          </a:prstGeom>
        </p:spPr>
      </p:pic>
      <p:pic>
        <p:nvPicPr>
          <p:cNvPr id="6" name="Picture 5" descr="crimson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828800"/>
            <a:ext cx="442451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64592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黄色い強膜、金の牙（右）</a:t>
            </a:r>
          </a:p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黒いフェドーラ帽（赤白バンド）</a:t>
            </a:r>
          </a:p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ネイビーブルーのコート＋赤いシャツ</a:t>
            </a:r>
          </a:p>
          <a:p>
            <a:pPr algn="l">
              <a:spcAft>
                <a:spcPts val="1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趾行性ではなく蹠行性の脚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219169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A51919"/>
                </a:solidFill>
                <a:latin typeface="Arial"/>
              </a:defRPr>
            </a:pPr>
            <a:r>
              <a:t>PERSONALITY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残忍かつ冷酷なマフィアのボス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絶対的な恐怖で組織を支配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しかし、必要な時には魅力的で温厚な顔も見せる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サメ悪魔のギャング軍団を統率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脅迫・暴力・心理操作を駆使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金の牙のような凶悪なギャップに満ちている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7200"/>
            <a:ext cx="6990418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C0808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114800" cy="36576"/>
          </a:xfrm>
          <a:prstGeom prst="rect">
            <a:avLst/>
          </a:prstGeom>
          <a:solidFill>
            <a:srgbClr val="A5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Greed Ringを牛耳る犯罪帝国の長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恐喝と暴力で勢力を拡大。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財政危機に際してはチャズとの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政略結婚すら画策する野心家。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Strikerとその一味を雇い、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Fizzarolliを人質にAsmodeus</a:t>
            </a:r>
          </a:p>
          <a:p>
            <a:pPr algn="l">
              <a:spcAft>
                <a:spcPts val="379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371600"/>
            <a:ext cx="4846320" cy="27246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Leadership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74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絶対的なカリスマで大組織を統率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Manipulation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長年にわたりモクシーの精神を支配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Weapon Proficiency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434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ナイフの投擲に秀でた腕前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663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Acting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77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温厚な紳士から冷酷な暴君まで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123313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D4AF37"/>
                </a:solidFill>
                <a:latin typeface="Arial"/>
              </a:defRPr>
            </a:pPr>
            <a:r>
              <a:t>CRIMSON  &amp;  MOXXIE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314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3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14127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A51919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妻を「息子の成長を阻害する存在」として排除</a:t>
            </a: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モクシーへの身体的・精神的虐待</a:t>
            </a: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組織のためなら息子すら駒として使う冷徹さ</a:t>
            </a: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Fizzarolliを人質にし、七つの大罪の一柱</a:t>
            </a:r>
          </a:p>
          <a:p>
            <a:pPr algn="l">
              <a:spcAft>
                <a:spcPts val="419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Asmoデウスすら脅迫する豪胆さ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KEY EPISODES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630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  (S2E6)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  (S2E7)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290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Strikerを雇い、Fizzarolliを</a:t>
            </a:r>
            <a:br/>
            <a:r>
              <a:t>人質にしてAsmodeusを脅迫。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  <a:br/>
            <a:r>
              <a:t>Mid-Season 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920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4AFAA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5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400800" cy="359865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21792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72784" y="0"/>
            <a:ext cx="5943600" cy="6858000"/>
          </a:xfrm>
          <a:prstGeom prst="rect">
            <a:avLst/>
          </a:prstGeom>
          <a:solidFill>
            <a:srgbClr val="0C0808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4AFAA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8229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A51919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645920"/>
            <a:ext cx="41148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0116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PTSDを抱えながらも足掻き続ける強さ</a:t>
            </a: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190"/>
              </a:spcAft>
              <a:defRPr sz="19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8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669280"/>
            <a:ext cx="12191695" cy="1188720"/>
          </a:xfrm>
          <a:prstGeom prst="rect">
            <a:avLst/>
          </a:prstGeom>
          <a:solidFill>
            <a:srgbClr val="0C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6928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8064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Fanart by the presentation creator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4AFAA"/>
                </a:solidFill>
                <a:latin typeface="Arial"/>
              </a:defRPr>
            </a:pPr>
            <a:r>
              <a:t>Thank you for watching.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8064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08228"/>
                </a:solidFill>
                <a:latin typeface="Arial"/>
              </a:defRPr>
            </a:pPr>
            <a:r>
              <a:t>CRIMSON  -  Character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B4AFAA"/>
                </a:solidFill>
                <a:latin typeface="Arial"/>
              </a:defRPr>
            </a:pPr>
            <a:r>
              <a:t>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