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Blitzoに近い低身長のインプ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フィッツァローリを人質にアスモデウス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フィッツァローリを人質にし、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ストライカーを雇い、フィッツァローリを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現時点では2話しか登場していないが、</a:t>
            </a:r>
            <a:br/>
            <a:r>
              <a:t>私にとって最高のキャラクターだ！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029200" cy="467715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0352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0" y="45720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91440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737360"/>
            <a:ext cx="5029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210312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