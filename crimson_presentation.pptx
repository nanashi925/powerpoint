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9377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6731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13102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 / 犯罪王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0" cy="521208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85216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必要な時には魅力的で温厚な顔も見せる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57200"/>
            <a:ext cx="6990418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フィズロリを人質にアスモデウス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572000" cy="257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76365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443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として排除した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駒として使う冷徹さ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フィズロリを人質にし、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ストライカーを雇い、フィズロリを</a:t>
            </a:r>
            <a:br/>
            <a:r>
              <a:t>人質にしてアスモデウスを脅迫する。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058400" cy="93543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0" y="0"/>
            <a:ext cx="36576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92240" y="4572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9144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7373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