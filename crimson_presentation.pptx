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82880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600" b="1">
                <a:solidFill>
                  <a:srgbClr val="B41E1E"/>
                </a:solidFill>
                <a:latin typeface="Arial"/>
              </a:defRPr>
            </a:pPr>
            <a:r>
              <a:t>CRIMSON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D4AF37"/>
                </a:solidFill>
                <a:latin typeface="Arial"/>
              </a:defRPr>
            </a:pPr>
            <a:r>
              <a:t>Knolastname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EB9B4"/>
                </a:solidFill>
                <a:latin typeface="Arial"/>
              </a:defRPr>
            </a:pPr>
            <a:r>
              <a:t>Greed Ring's Most Feared Mafia Boss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93776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8228"/>
                </a:solidFill>
                <a:latin typeface="Arial"/>
              </a:defRPr>
            </a:pPr>
            <a:r>
              <a:t>HELLUVA BOSS  |  Character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57200"/>
            <a:ext cx="45720" cy="5943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rimson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143000"/>
            <a:ext cx="467315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PROFILE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3131021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0" y="1645920"/>
            <a:ext cx="6675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名前 :  Crimson（クリムゾン）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種族 :  インプ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リング :  強欲の環（Greed Ring）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役割 :  マフィアボス / 犯罪王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家族 :  モクシー（息子）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声優 :  Richard Steven Horvitz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初登場 :  "Exes and Oohs"（S2E6）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594360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EB9B4"/>
                </a:solidFill>
                <a:latin typeface="Arial"/>
              </a:defRPr>
            </a:pPr>
            <a:r>
              <a:t>強欲の環を支配するマフィアの頂点に立つインプ。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外見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4572000" cy="521208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imson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85216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Blitzoに近い長身のインプ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白髪 / 白黒の縞模様の角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黄色い強膜に金の牙（右側）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ダークレッドの肌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黒いフェドーラ帽（赤白バンド付き）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ネイビーブルーのコートに赤いシャツ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蹠行性（かかとを地面につける）の脚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性格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45920"/>
            <a:ext cx="438912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82880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残忍かつ冷酷なマフィアのボス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絶対的な恐怖で組織を支配する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必要な時には魅力的で温厚な顔も見せる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サメ悪魔のギャング軍団を統率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脅迫・暴力・心理操作を駆使する策略家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冷酷と魅力のギャップに満ちた男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52160" y="0"/>
            <a:ext cx="54864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imson-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457200"/>
            <a:ext cx="6990418" cy="594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657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F37"/>
                </a:solidFill>
                <a:latin typeface="Arial"/>
              </a:defRPr>
            </a:pPr>
            <a:r>
              <a:t>THE DON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強欲の環を牛耳る犯罪帝国の長。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サメ悪魔の大軍を従え、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恐喝と暴力で勢力を拡大する。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財政危機に際しては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チャズとの政略結婚すら画策する野心家。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ストライカーを雇い、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フィズロリを人質にアスモデウス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すら脅迫する大胆さ。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286000"/>
            <a:ext cx="4572000" cy="2570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5544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統率力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絶対的なカリスマで巨大組織を率いる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3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心理操作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39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長年にわたりモクシーの精神を支配し、</a:t>
            </a:r>
            <a:br/>
            <a:r>
              <a:t>脅迫と心理戦で周囲を操る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武器の扱い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7200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ナイフの投擲に秀でた腕前を持つ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949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演技力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8521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温厚な紳士から冷酷な暴君まで、</a:t>
            </a:r>
            <a:br/>
            <a:r>
              <a:t>自在に顔を使い分ける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クリムゾンとモクシー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lo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4763658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64592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マフィアのボスの息子として、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茨の道を歩ませなければならなかった。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「殺らなきゃ殺られる」世界で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息子が生き残れるよう厳しく育てた。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家を出て結婚した息子を、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すぐに追わず静かに見守っていた。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―― 不器用すぎる、歪んだ父の愛。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THE DARK SIDE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6244315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6459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妻を「息子の成長を阻害する存在」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として排除した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モクシーへの身体的・精神的虐待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組織のためなら息子すら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駒として使う冷徹さ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フィズロリを人質にし、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七つの大罪の一柱アスモデウス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すら脅迫する豪胆さ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登場エピソード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4114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6459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Exes and Oohs（S2E6）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初登場。モクシーをチャズと</a:t>
            </a:r>
            <a:br/>
            <a:r>
              <a:t>政略結婚させようと画策する。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Oops（S2E7）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ストライカーを雇い、フィズロリを</a:t>
            </a:r>
            <a:br/>
            <a:r>
              <a:t>人質にしてアスモデウスを脅迫する。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Mammon's Magnificent Musical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5780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音楽スペシャルでの登場。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486400" cy="510235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35040" y="0"/>
            <a:ext cx="36576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92240" y="45720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EB9B4"/>
                </a:solidFill>
                <a:latin typeface="Arial"/>
              </a:defRPr>
            </a:pPr>
            <a:r>
              <a:t>WHY WE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91440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B41E1E"/>
                </a:solidFill>
                <a:latin typeface="Arial"/>
              </a:defRPr>
            </a:pPr>
            <a:r>
              <a:t>LOVE HIM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2240" y="173736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031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壊れきった魂の持ち主が持つ渋さと苦さ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インプでありながら威厳を纏う貫禄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歪んだ形で愛を表現する不器用さ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傷を抱えながらも足掻き続ける強さ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演技と話術で成り上がった努力の人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「死ぬ技術」ではなく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「生き延びる技術」を磨いた男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fan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74320"/>
            <a:ext cx="5766727" cy="50292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7784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715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F37"/>
                </a:solidFill>
                <a:latin typeface="Arial"/>
              </a:defRPr>
            </a:pPr>
            <a:r>
              <a:t>このパワーポイントの製作者が描いたファンアートです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EB9B4"/>
                </a:solidFill>
                <a:latin typeface="Arial"/>
              </a:defRPr>
            </a:pPr>
            <a:r>
              <a:t>ご覧頂きありがとうございました。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172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A08228"/>
                </a:solidFill>
                <a:latin typeface="Arial"/>
              </a:defRPr>
            </a:pPr>
            <a:r>
              <a:t>CRIMSON  —  Helluva Boss  |  Vivziepop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