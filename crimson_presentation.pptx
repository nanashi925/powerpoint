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029200" cy="467715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0352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0" y="45720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91440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737360"/>
            <a:ext cx="50292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210312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