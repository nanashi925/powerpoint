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81E1E"/>
                </a:solidFill>
                <a:latin typeface="Arial"/>
              </a:defRPr>
            </a:pPr>
            <a:r>
              <a:t>緊 急 報 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Arial"/>
              </a:defRPr>
            </a:pPr>
            <a:r>
              <a:t>この男、騒音である。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Arial"/>
              </a:defRPr>
            </a:pPr>
            <a:r>
              <a:t>― 天界初の人間 アダム 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96"/>
                </a:solidFill>
                <a:latin typeface="Arial"/>
              </a:defRPr>
            </a:pPr>
            <a:r>
              <a:t>※ 本プレゼンは天界騒音対策委員会の調査に基づきます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騒音レベル比較表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4B4B4"/>
                </a:solidFill>
                <a:latin typeface="Arial"/>
              </a:defRPr>
            </a:pPr>
            <a:r>
              <a:t>～ アダムはどれくらいうるさいのか 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8288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
                  <a:srgbClr val="FFFFFF"/>
                </a:solidFill>
                <a:latin typeface="Arial"/>
              </a:defRPr>
            </a:pPr>
            <a:r>
              <a:t>ジェット機の離陸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920240"/>
            <a:ext cx="4572000" cy="457200"/>
          </a:xfrm>
          <a:prstGeom prst="roundRect">
            <a:avLst/>
          </a:prstGeom>
          <a:solidFill>
            <a:srgbClr val="6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9" y="18288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64B4"/>
                </a:solidFill>
                <a:latin typeface="Arial"/>
              </a:defRPr>
            </a:pPr>
            <a:r>
              <a:t>130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889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
                  <a:srgbClr val="FFFFFF"/>
                </a:solidFill>
                <a:latin typeface="Arial"/>
              </a:defRPr>
            </a:pPr>
            <a:r>
              <a:t>ロックコンサート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880360"/>
            <a:ext cx="4206240" cy="457200"/>
          </a:xfrm>
          <a:prstGeom prst="roundRect">
            <a:avLst/>
          </a:prstGeom>
          <a:solidFill>
            <a:srgbClr val="78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2788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864B4"/>
                </a:solidFill>
                <a:latin typeface="Arial"/>
              </a:defRPr>
            </a:pPr>
            <a:r>
              <a:t>120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74903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
                  <a:srgbClr val="FFFFFF"/>
                </a:solidFill>
                <a:latin typeface="Arial"/>
              </a:defRPr>
            </a:pPr>
            <a:r>
              <a:t>アダムの通常会話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840479"/>
            <a:ext cx="10058400" cy="457200"/>
          </a:xfrm>
          <a:prstGeom prst="roundRect">
            <a:avLst/>
          </a:prstGeom>
          <a:solidFill>
            <a:srgbClr val="FF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33119" y="374903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232"/>
                </a:solidFill>
                <a:latin typeface="Arial"/>
              </a:defRPr>
            </a:pPr>
            <a:r>
              <a:t>347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7091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
                  <a:srgbClr val="FFFFFF"/>
                </a:solidFill>
                <a:latin typeface="Arial"/>
              </a:defRPr>
            </a:pPr>
            <a:r>
              <a:t>アダムの歌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4800600"/>
            <a:ext cx="10058400" cy="45720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19" y="47091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0000"/>
                </a:solidFill>
                <a:latin typeface="Arial"/>
              </a:defRPr>
            </a:pPr>
            <a:r>
              <a:t>982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6692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
                  <a:srgbClr val="FFFFFF"/>
                </a:solidFill>
                <a:latin typeface="Arial"/>
              </a:defRPr>
            </a:pPr>
            <a:r>
              <a:t>図書館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5760720"/>
            <a:ext cx="1097280" cy="457200"/>
          </a:xfrm>
          <a:prstGeom prst="roundRect">
            <a:avLst/>
          </a:prstGeom>
          <a:solidFill>
            <a:srgbClr val="50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56692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B450"/>
                </a:solidFill>
                <a:latin typeface="Arial"/>
              </a:defRPr>
            </a:pPr>
            <a:r>
              <a:t>30 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2179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6464"/>
                </a:solidFill>
                <a:latin typeface="Arial"/>
              </a:defRPr>
            </a:pPr>
            <a:r>
              <a:t>※ アダムの数値は推定値です。測定器が3台壊れました。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C81E1E"/>
                </a:solidFill>
                <a:latin typeface="Arial"/>
              </a:defRPr>
            </a:pPr>
            <a:r>
              <a:t>被 害 報 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✦ 天使の翼が音圧で2枚もげた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✦ ルシファーが「あいつだけはマジで無理」と発言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39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✦ 天界のステンドグラスが全壊（3回目）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51959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✦ アダムの歌を聴いた天使の87%が</a:t>
            </a:r>
            <a:br/>
            <a:r>
              <a:t>　 「地獄の方がまだ静か」と回答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79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✦ チャーリーが耳栓を地獄の新産業にすることを検討中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96"/>
                </a:solidFill>
                <a:latin typeface="Arial"/>
              </a:defRPr>
            </a:pPr>
            <a:r>
              <a:t>出典：天界安全衛生委員会 年次報告書（非公開）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  <a:latin typeface="Arial"/>
              </a:defRPr>
            </a:pPr>
            <a:r>
              <a:t>本人の反応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48495" cy="2743200"/>
          </a:xfrm>
          <a:prstGeom prst="roundRect">
            <a:avLst/>
          </a:prstGeom>
          <a:solidFill>
            <a:srgbClr val="1E1E32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「俺の歌が騒音？</a:t>
            </a:r>
            <a:br/>
            <a:r>
              <a:t>　ハッ、お前らの耳がついてこれねぇだけだろ！</a:t>
            </a:r>
            <a:br/>
            <a:r>
              <a:t>　俺は天界一のロックスターだぞ！！」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5720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0">
                <a:solidFill>
                  <a:srgbClr val="B4B4B4"/>
                </a:solidFill>
                <a:latin typeface="Arial"/>
              </a:defRPr>
            </a:pPr>
            <a:r>
              <a:t>― アダム（反省の色なし）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C8C8"/>
                </a:solidFill>
                <a:latin typeface="Arial"/>
              </a:defRPr>
            </a:pPr>
            <a:r>
              <a:t>委員会コメント：「予想通りの反応でした。</a:t>
            </a:r>
            <a:br/>
            <a:r>
              <a:t>　なお、この発言時の音量も147dBを記録しています。」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Arial"/>
              </a:defRPr>
            </a:pPr>
            <a:r>
              <a:t>結　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011680"/>
            <a:ext cx="9448495" cy="2286000"/>
          </a:xfrm>
          <a:prstGeom prst="rect">
            <a:avLst/>
          </a:prstGeom>
          <a:solidFill>
            <a:srgbClr val="500A0A"/>
          </a:solidFill>
          <a:ln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アダムは騒音である。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700"/>
                </a:solidFill>
                <a:latin typeface="Arial"/>
              </a:defRPr>
            </a:pPr>
            <a:r>
              <a:t>対策案：耳栓の全天使への配布（予算：天界GDP の 12%）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8C8C8"/>
                </a:solidFill>
                <a:latin typeface="Arial"/>
              </a:defRPr>
            </a:pPr>
            <a:r>
              <a:t>しかし本人が耳栓を拒否しているため、根本的解決は不可能。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87878"/>
                </a:solidFill>
                <a:latin typeface="Arial"/>
              </a:defRPr>
            </a:pPr>
            <a:r>
              <a:t>ご清聴ありがとうございました（耳、大丈夫ですか？）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